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3380"/>
            <a:ext cx="10566400" cy="440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3380"/>
            <a:ext cx="10566400" cy="440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122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Front I · CESDE - Comfama · DOM Traversing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50720"/>
            <a:ext cx="10883392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frecuentes con DOM Traversing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65760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Grupo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267200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 Wilder Moreno · Cristian Seguro · Juan David Lara · Juan Fernando Zapata · Mariana Sánchez · Jerónimo Bilbao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1612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1: Preguntas frecuentes · Docente: Jorge Albeiro Muriel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005330"/>
            <a:ext cx="58864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de preguntas repetidas, cada una con sus botones.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2868930"/>
            <a:ext cx="58864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tocar una pregunta debe abrirse solo su respuesta y cerrarse las demás.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3732530"/>
            <a:ext cx="5886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ponerle un id a cada fila.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940550" y="1598930"/>
            <a:ext cx="443230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47560" y="1805940"/>
            <a:ext cx="413882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frecuentes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47560" y="2151380"/>
            <a:ext cx="4018280" cy="502920"/>
          </a:xfrm>
          <a:prstGeom prst="roundRect">
            <a:avLst>
              <a:gd name="adj" fmla="val 10101"/>
            </a:avLst>
          </a:prstGeom>
          <a:solidFill>
            <a:srgbClr val="E2E8F0"/>
          </a:solidFill>
          <a:ln/>
        </p:spPr>
        <p:txBody>
          <a:bodyPr wrap="square" lIns="112121" tIns="112121" rIns="0" bIns="867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HTML? 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47560" y="2755900"/>
            <a:ext cx="4018280" cy="485140"/>
          </a:xfrm>
          <a:prstGeom prst="roundRect">
            <a:avLst>
              <a:gd name="adj" fmla="val 10471"/>
            </a:avLst>
          </a:prstGeom>
          <a:solidFill>
            <a:srgbClr val="F8FAFC"/>
          </a:solidFill>
          <a:ln/>
        </p:spPr>
        <p:txBody>
          <a:bodyPr wrap="square" lIns="112121" tIns="112121" rIns="0" bIns="8672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que estructura una página web.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47560" y="3342640"/>
            <a:ext cx="652145" cy="340360"/>
          </a:xfrm>
          <a:prstGeom prst="roundRect">
            <a:avLst>
              <a:gd name="adj" fmla="val 14925"/>
            </a:avLst>
          </a:pr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75905" y="3342640"/>
            <a:ext cx="804466" cy="340360"/>
          </a:xfrm>
          <a:prstGeom prst="roundRect">
            <a:avLst>
              <a:gd name="adj" fmla="val 14925"/>
            </a:avLst>
          </a:prstGeom>
          <a:solidFill>
            <a:srgbClr val="DC262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47560" y="3784600"/>
            <a:ext cx="4018280" cy="502920"/>
          </a:xfrm>
          <a:prstGeom prst="roundRect">
            <a:avLst>
              <a:gd name="adj" fmla="val 10101"/>
            </a:avLst>
          </a:prstGeom>
          <a:solidFill>
            <a:srgbClr val="E2E8F0"/>
          </a:solidFill>
          <a:ln/>
        </p:spPr>
        <p:txBody>
          <a:bodyPr wrap="square" lIns="112121" tIns="112121" rIns="0" bIns="867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 CSS? +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concepto: traversing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9258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Moverse entre elementos por su parentesco, sin volver a buscar desde document.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33883" y="2166620"/>
            <a:ext cx="2124154" cy="469900"/>
          </a:xfrm>
          <a:prstGeom prst="roundRect">
            <a:avLst>
              <a:gd name="adj" fmla="val 16216"/>
            </a:avLst>
          </a:prstGeom>
          <a:solidFill>
            <a:srgbClr val="2563E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article.fila · PADRE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573542" y="2763520"/>
            <a:ext cx="1601311" cy="701040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751342" y="2865120"/>
            <a:ext cx="1423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button.pregunta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51342" y="3114041"/>
            <a:ext cx="12965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78053" y="2763520"/>
            <a:ext cx="1399937" cy="701040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555853" y="2865120"/>
            <a:ext cx="12221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div.respuesta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55853" y="3114041"/>
            <a:ext cx="10951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9384" y="2763520"/>
            <a:ext cx="1320879" cy="701040"/>
          </a:xfrm>
          <a:prstGeom prst="roundRect">
            <a:avLst>
              <a:gd name="adj" fmla="val 1087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7184" y="2865120"/>
            <a:ext cx="1143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div.acciones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7184" y="3114041"/>
            <a:ext cx="1016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hermano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81190" y="3566161"/>
            <a:ext cx="685324" cy="383540"/>
          </a:xfrm>
          <a:prstGeom prst="roundRect">
            <a:avLst>
              <a:gd name="adj" fmla="val 19868"/>
            </a:avLst>
          </a:pr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68114" y="3566161"/>
            <a:ext cx="850344" cy="383540"/>
          </a:xfrm>
          <a:prstGeom prst="roundRect">
            <a:avLst>
              <a:gd name="adj" fmla="val 19868"/>
            </a:avLst>
          </a:prstGeom>
          <a:solidFill>
            <a:srgbClr val="0F766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2037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Azul: padre · Naranja: hijos y hermanos entre sí · Verde: nietos (suben con closest)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que usamos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2740"/>
          <a:ext cx="10556240" cy="240030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Propiedad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real de script.js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Sube hasta el botón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evento.target.closest("button")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Sube hasta su fila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boton.closest(".fila")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nextElementSibling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→ respuesta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boton.nextElementSibling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 al primer hijo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fila.children[0]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Recorre todas las filas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Array.from(listaPreguntas.children)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 el contenedor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listaPreguntas.contains(boton)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25704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addEventListener de clic en #listaPreguntas (delegación de eventos).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562" y="1592582"/>
            <a:ext cx="1087601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238" indent="-254238">
              <a:lnSpc>
                <a:spcPts val="252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una pregunta con el formulario (campos vacíos no se aceptan).</a:t>
            </a:r>
            <a:endParaRPr lang="en-US" sz="1800" dirty="0"/>
          </a:p>
          <a:p>
            <a:pPr algn="l" marL="254238" indent="-254238">
              <a:lnSpc>
                <a:spcPts val="252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una pregunta: las demás se cierran.</a:t>
            </a:r>
            <a:endParaRPr lang="en-US" sz="1800" dirty="0"/>
          </a:p>
          <a:p>
            <a:pPr algn="l" marL="254238" indent="-254238">
              <a:lnSpc>
                <a:spcPts val="252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y guardar cambios; luego eliminar solo esa fila.</a:t>
            </a:r>
            <a:endParaRPr lang="en-US" sz="1800" dirty="0"/>
          </a:p>
          <a:p>
            <a:pPr algn="l" marL="254238" indent="-254238">
              <a:lnSpc>
                <a:spcPts val="252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límite: eliminar todas y ver el mensaje de lista vacía.</a:t>
            </a:r>
            <a:endParaRPr lang="en-US" sz="1800" dirty="0"/>
          </a:p>
          <a:p>
            <a:pPr algn="l" marL="254238" indent="-254238">
              <a:lnSpc>
                <a:spcPts val="252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límite: probar la primera y la última fila.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344678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Consola abierta: sin errores.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usamos la 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92582"/>
            <a:ext cx="3386614" cy="147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95782"/>
            <a:ext cx="306962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2115821"/>
            <a:ext cx="30696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traversing con la analogía del árbol genealógico.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614" y="1592582"/>
            <a:ext cx="3386693" cy="147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605814" y="1795782"/>
            <a:ext cx="30697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5814" y="2115821"/>
            <a:ext cx="30697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base: HTML, CSS y JS puro, un solo listener y textContent.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2507" y="1592582"/>
            <a:ext cx="3386693" cy="14732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195707" y="1795782"/>
            <a:ext cx="306970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5707" y="2115821"/>
            <a:ext cx="306970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Creación de la presentación: pedimos las 7 diapositivas de la guía usando el código real del proyecto.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19782"/>
            <a:ext cx="10566400" cy="1224280"/>
          </a:xfrm>
          <a:prstGeom prst="roundRect">
            <a:avLst>
              <a:gd name="adj" fmla="val 8299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3522982"/>
            <a:ext cx="104648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error de la IA y cómo lo corregimos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3843021"/>
            <a:ext cx="104648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falló:</a:t>
            </a: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IA no tenía suficiente contexto y por eso entregaba un trabajo incompleto.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lo corregimos:</a:t>
            </a: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dimos más contexto y volvimos a pedir lo que faltaba.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Aprendizajes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592582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más difícil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0082" y="1968500"/>
            <a:ext cx="5179822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DOM como un árbol y distinguir padre, hijos y hermanos.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bien entre closest, children y nextElementSibling.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la delegación de eventos: un solo listener y evento.target.</a:t>
            </a:r>
            <a:endParaRPr lang="en-US" sz="1400" dirty="0"/>
          </a:p>
          <a:p>
            <a:pPr algn="l" marL="156718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Manejar los casos límite: lista vacía, primera y última fila, y resultados null.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400" y="1592582"/>
            <a:ext cx="52847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distinto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48400" y="1968500"/>
            <a:ext cx="52847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firstElementChild o querySelector(".pregunta") en lugar de children[0], para no depender del orden.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guntas frecuentes con DOM Traversing">
  <a:themeElements>
    <a:clrScheme name="Preguntas frecuentes con DOM Traversing">
      <a:dk1>
        <a:srgbClr val="0F172A"/>
      </a:dk1>
      <a:lt1>
        <a:srgbClr val="F1F5F9"/>
      </a:lt1>
      <a:dk2>
        <a:srgbClr val="484F5E"/>
      </a:dk2>
      <a:lt2>
        <a:srgbClr val="DADFE4"/>
      </a:lt2>
      <a:accent1>
        <a:srgbClr val="F59E0B"/>
      </a:accent1>
      <a:accent2>
        <a:srgbClr val="1D4ED8"/>
      </a:accent2>
      <a:accent3>
        <a:srgbClr val="0F766E"/>
      </a:accent3>
      <a:accent4>
        <a:srgbClr val="2563EB"/>
      </a:accent4>
      <a:accent5>
        <a:srgbClr val="FDE68A"/>
      </a:accent5>
      <a:accent6>
        <a:srgbClr val="DC2626"/>
      </a:accent6>
      <a:hlink>
        <a:srgbClr val="0563C1"/>
      </a:hlink>
      <a:folHlink>
        <a:srgbClr val="954F72"/>
      </a:folHlink>
    </a:clrScheme>
    <a:fontScheme name="Preguntas frecuentes con DOM Traversing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Preguntas frecuentes con DOM Traversing</dc:title>
  <dc:subject/>
  <dc:creator/>
  <cp:lastModifiedBy/>
  <cp:revision>1</cp:revision>
  <dcterms:created xsi:type="dcterms:W3CDTF">2026-10-24T21:16:05Z</dcterms:created>
  <dcterms:modified xsi:type="dcterms:W3CDTF">2026-10-24T21:16:05Z</dcterms:modified>
</cp:coreProperties>
</file>